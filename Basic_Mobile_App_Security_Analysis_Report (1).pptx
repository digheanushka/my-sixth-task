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Basic Mobile App Security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Android Application Security Review</a:t>
            </a:r>
          </a:p>
          <a:p>
            <a:r>
              <a:t>Prepared on 27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Analyze Android applications to identify common security issues.</a:t>
            </a:r>
          </a:p>
          <a:p>
            <a:pPr/>
            <a:r>
              <a:t>Focus on hardcoded data, permission misuse, and exposed information.</a:t>
            </a:r>
          </a:p>
          <a:p>
            <a:pPr/>
            <a:r>
              <a:t>Practice targets used: InsecureBankv2 and DIVA Android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Understand Android app structure and permissions.</a:t>
            </a:r>
          </a:p>
          <a:p>
            <a:pPr/>
            <a:r>
              <a:t>Identify insecure coding practices.</a:t>
            </a:r>
          </a:p>
          <a:p>
            <a:pPr/>
            <a:r>
              <a:t>Detect sensitive information exposure.</a:t>
            </a:r>
          </a:p>
          <a:p>
            <a:pPr/>
            <a:r>
              <a:t>Learn basic mobile app security assessment techniques.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Platforms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Android Emulator for app testing.</a:t>
            </a:r>
          </a:p>
          <a:p>
            <a:pPr/>
            <a:r>
              <a:t>JADX / APK Analyzer for source code and manifest analysis.</a:t>
            </a:r>
          </a:p>
          <a:p>
            <a:pPr/>
            <a:r>
              <a:t>ADB tools for debugging and log monitoring.</a:t>
            </a:r>
          </a:p>
          <a:p>
            <a:pPr/>
            <a:r>
              <a:t>Android Studio for APK inspection.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Overview – InsecureBankv2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Training application intentionally designed with vulnerabilities.</a:t>
            </a:r>
          </a:p>
          <a:p>
            <a:pPr/>
            <a:r>
              <a:t>Contains insecure storage and weak authentication mechanisms.</a:t>
            </a:r>
          </a:p>
          <a:p>
            <a:pPr/>
            <a:r>
              <a:t>Used for practicing mobile penetration testing concepts.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Overview – DIVA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Damn Insecure and Vulnerable App (DIVA).</a:t>
            </a:r>
          </a:p>
          <a:p>
            <a:pPr/>
            <a:r>
              <a:t>Includes multiple security challenges.</a:t>
            </a:r>
          </a:p>
          <a:p>
            <a:pPr/>
            <a:r>
              <a:t>Useful for learning Android security weaknesses safely.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Permissions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Reviewed AndroidManifest.xml for requested permissions.</a:t>
            </a:r>
          </a:p>
          <a:p>
            <a:pPr/>
            <a:r>
              <a:t>Observed permissions such as Internet, Storage, and SMS access.</a:t>
            </a:r>
          </a:p>
          <a:p>
            <a:pPr/>
            <a:r>
              <a:t>Checked whether permissions matched app functionality.</a:t>
            </a:r>
          </a:p>
          <a:p>
            <a:pPr/>
            <a:r>
              <a:t>Identified excessive or risky permissions.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Hardcoded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Searched APK source code for embedded credentials.</a:t>
            </a:r>
          </a:p>
          <a:p>
            <a:pPr/>
            <a:r>
              <a:t>Found hardcoded API keys, usernames, or passwords in test apps.</a:t>
            </a:r>
          </a:p>
          <a:p>
            <a:pPr/>
            <a:r>
              <a:t>Hardcoded sensitive data increases risk of data leakage.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Exposed Information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Sensitive information stored in logs or local storage.</a:t>
            </a:r>
          </a:p>
          <a:p>
            <a:pPr/>
            <a:r>
              <a:t>Potential exposure through exported activities or services.</a:t>
            </a:r>
          </a:p>
          <a:p>
            <a:pPr/>
            <a:r>
              <a:t>Weak protection of user data inside the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Risks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Insecure data storage.</a:t>
            </a:r>
          </a:p>
          <a:p>
            <a:pPr/>
            <a:r>
              <a:t>Excessive permissions.</a:t>
            </a:r>
          </a:p>
          <a:p>
            <a:pPr/>
            <a:r>
              <a:t>Weak authentication implementation.</a:t>
            </a:r>
          </a:p>
          <a:p>
            <a:pPr/>
            <a:r>
              <a:t>Exposure of sensitive information.</a:t>
            </a:r>
          </a:p>
          <a:p>
            <a:pPr/>
            <a:r>
              <a:t>Improper input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Avoid hardcoding credentials or API keys.</a:t>
            </a:r>
          </a:p>
          <a:p>
            <a:pPr/>
            <a:r>
              <a:t>Request only necessary permissions.</a:t>
            </a:r>
          </a:p>
          <a:p>
            <a:pPr/>
            <a:r>
              <a:t>Encrypt sensitive data before storage.</a:t>
            </a:r>
          </a:p>
          <a:p>
            <a:pPr/>
            <a:r>
              <a:t>Disable debug logs in production builds.</a:t>
            </a:r>
          </a:p>
          <a:p>
            <a:pPr/>
            <a:r>
              <a:t>Implement secure authentication practices.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Basic security analysis helps identify common mobile vulnerabilities.</a:t>
            </a:r>
          </a:p>
          <a:p>
            <a:pPr/>
            <a:r>
              <a:t>Tools like JADX and Android Emulator simplify app inspection.</a:t>
            </a:r>
          </a:p>
          <a:p>
            <a:pPr/>
            <a:r>
              <a:t>Secure coding practices reduce the risk of exploitation.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Basic Mobile App Security Analysis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